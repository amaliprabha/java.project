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024200" y="1022040"/>
            <a:ext cx="9719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D2D098-DE51-4FD1-AE0D-D5DC821E15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024200" y="1022040"/>
            <a:ext cx="9719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0F1850-35E9-480C-BDF5-0247409BA9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24200" y="1022040"/>
            <a:ext cx="9719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0790508-82DE-4D82-A07F-443C68DEEA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24200" y="1022040"/>
            <a:ext cx="9719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FE53C39-15D6-483D-A0A4-4F820397D1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24200" y="1022040"/>
            <a:ext cx="9719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D86A59E-962E-4B70-9A9E-C2B54C026B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1" name="Rectangle 9"/>
          <p:cNvSpPr/>
          <p:nvPr/>
        </p:nvSpPr>
        <p:spPr>
          <a:xfrm>
            <a:off x="0" y="0"/>
            <a:ext cx="12191400" cy="4571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" name="Oval 5"/>
          <p:cNvSpPr/>
          <p:nvPr/>
        </p:nvSpPr>
        <p:spPr>
          <a:xfrm>
            <a:off x="0" y="0"/>
            <a:ext cx="12191400" cy="4571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4571280"/>
              <a:gd name="textAreaBottom" fmla="*/ 4572000 h 457128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3" name="Straight Connector 7"/>
          <p:cNvCxnSpPr/>
          <p:nvPr/>
        </p:nvCxnSpPr>
        <p:spPr>
          <a:xfrm flipV="1">
            <a:off x="8386560" y="5263920"/>
            <a:ext cx="720" cy="915120"/>
          </a:xfrm>
          <a:prstGeom prst="straightConnector1">
            <a:avLst/>
          </a:prstGeom>
          <a:ln w="19080">
            <a:solidFill>
              <a:srgbClr val="1cade4">
                <a:lumMod val="75000"/>
              </a:srgbClr>
            </a:solidFill>
            <a:round/>
          </a:ln>
        </p:spPr>
      </p:cxn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024200" y="1197360"/>
            <a:ext cx="9719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1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2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D4498B75-B797-4D6C-B972-B434800C5DB6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dt" idx="3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24200" y="1197360"/>
            <a:ext cx="9719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4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5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9ECD2359-F0D8-495D-9AA3-70EDD3048ABA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6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cxnSp>
        <p:nvCxnSpPr>
          <p:cNvPr id="20" name="Straight Connector 6"/>
          <p:cNvCxnSpPr/>
          <p:nvPr/>
        </p:nvCxnSpPr>
        <p:spPr>
          <a:xfrm>
            <a:off x="9601200" y="516240"/>
            <a:ext cx="915120" cy="7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eaVert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7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8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EF8CF6B6-DA49-45DB-B289-84B3B00EF780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9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24200" y="1197360"/>
            <a:ext cx="9719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0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1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9B023F87-0219-4999-AFD8-77A554B64DA2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dt" idx="12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docs.oracle.com/javase/tutorial/uiswing/" TargetMode="External"/><Relationship Id="rId2" Type="http://schemas.openxmlformats.org/officeDocument/2006/relationships/hyperlink" Target="https://docs.oracle.com/javase/" TargetMode="External"/><Relationship Id="rId3" Type="http://schemas.openxmlformats.org/officeDocument/2006/relationships/hyperlink" Target="https://docs.oracle.com/javase/8/docs/api/javax/swing/JTable.html" TargetMode="External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080" y="0"/>
            <a:ext cx="4069080" cy="685728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09960" y="640080"/>
            <a:ext cx="3429000" cy="561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699800" y="2106360"/>
            <a:ext cx="7171560" cy="3744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Project Title: Student Attendance Monitoring and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                     Eligibility Verification System.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Course: Java Programming  Mini Project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Student Name &amp; Roll No: Amali Prabha S , 25BCS103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Department: Computer Science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Mentor / Guide: Mr.Aravind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Picture 5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4699800" y="233280"/>
            <a:ext cx="6743160" cy="168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4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41748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Introduction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46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597120" y="202572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The Student Attendance Monitoring and Eligibility Verification System is a Java Swing-based desktop application designed to automate the process of tracking student attendance.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It allows teachers to record attendance, calculate attendance percentages, and check if students are eligible for examinations based on a minimum attendance criterion.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This system reduces manual errors, saves time, and provides a user-friendly interface for efficient attendance management.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Picture 6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5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5220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Objective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54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600000" y="2160000"/>
            <a:ext cx="7919640" cy="4697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32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7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Main goals of the project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.</a:t>
            </a: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automate student attendance tracking and reduce manual errors.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</a:t>
            </a: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.</a:t>
            </a: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To calculate attendance percentages automatically for each student.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</a:t>
            </a: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.</a:t>
            </a: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</a:t>
            </a: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verify eligibility of students for exams based on a minimum attendance criterion (75%).                   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</a:t>
            </a: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. </a:t>
            </a: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To provide a user-friendly interface for easy data entry and display.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create a prototype system that can be enhanced for future use. 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5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Problem Statement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62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 Manual attendance tracking is time-consuming and error-prone.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2) Calculating attendance percentage manually can lead to inaccurate results.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3) Difficulty in quickly determining student eligibility for exams.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4) Lack of a simple system to organize and display attendance records efficiently.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6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System Requirements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7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607920" y="190188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0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Hardware Requirements: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  Computer / Laptop 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2) Minimum 4 GB RAM 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3) Processor: Intel i3 or above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Software Requirements: 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 Java JDK (Version 8 or above) 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2) IDE (VS Code / Eclipse / IntelliJ) or Notepad 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3) Operating System: Windows / Linux / macOS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IN" sz="21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75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System Design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78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053240" y="213300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 Developed as a Java Swing desktop application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2) Uses a simple modular structure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3) Input: Student details (Name, Classes)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4) Processing: Calculates attendance %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5) Output: Displays data in table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6) Eligibility: Checks if ≥ 75%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8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Module Description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86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 Input Module: Enter student details (Name, Total &amp; Attended Classes)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2) Processing Module: Calculates attendance percentage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3) Display Module: Shows records using JTable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4) Eligibility Module: Checks if attendance ≥ 75%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91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41748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Algorithm / Flowchart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94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2772720" y="2410920"/>
            <a:ext cx="395964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0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 Start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2) Enter student details (Name, Total, Attended)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3) Validate input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4) Calculate percentage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5) Display record in table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6) Check eligibility (≥ 75%)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7) Show result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8) End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2"/>
          <a:srcRect l="0" t="7037" r="68992" b="8968"/>
          <a:stretch/>
        </p:blipFill>
        <p:spPr>
          <a:xfrm>
            <a:off x="7020000" y="2160000"/>
            <a:ext cx="3779640" cy="390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00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Implementation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103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417120" y="202572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 The system is implemented using Java Swing for GUI development.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2) A JFrame is used as the main window for the application.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3) Input is taken using JTextField and displayed using JLabel.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4) JButton is used to perform actions like adding records and checking eligibility.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5) Student data is stored and displayed using JTable.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6) Attendance percentage is calculated using a simple formula.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7) Eligibility is verified based on ≥ 75% attendance and shown using popup messages.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0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Output Screens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111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pic>
        <p:nvPicPr>
          <p:cNvPr id="11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2"/>
          <a:srcRect l="880" t="0" r="68113" b="54045"/>
          <a:stretch/>
        </p:blipFill>
        <p:spPr>
          <a:xfrm>
            <a:off x="3600000" y="2287800"/>
            <a:ext cx="3239280" cy="31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3"/>
          <a:srcRect l="1476" t="406" r="67914" b="54965"/>
          <a:stretch/>
        </p:blipFill>
        <p:spPr>
          <a:xfrm>
            <a:off x="7380000" y="2287800"/>
            <a:ext cx="3730680" cy="305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1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Results &amp; Discussion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12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 utputs: Student records displayed; % calculated; eligibility shown.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2) Comparison: Matches manual calculations; results as expected.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3) Accuracy: 100% correct; instant performance.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4) Challenges: Input validation &amp; table update fixed with proper checks.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25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41748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Conclusion &amp; Future Enhancement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128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3420000" y="1800000"/>
            <a:ext cx="7922520" cy="53312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2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Conclusion: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 The Student Attendance Monitoring and Eligibility Verification System provides a simple and efficient way to record and manage student attendance.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 2) It automates attendance percentage calculation and reduces manual errors.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 3)The system quickly determines exam eligibility based on predefined criteria (≥ 75%).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Future Enhancements: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 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1)Add database integration (MySQL) for permanent data storage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  2)Conlude graphical reports and attendance analytics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  3)Implement login system for admin/teacher authentication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3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References / Acknowledgement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cxnSp>
        <p:nvCxnSpPr>
          <p:cNvPr id="136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3060000" y="216000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0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References: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</a:t>
            </a: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1)Java Swing Documentation – Oracle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  <a:hlinkClick r:id="rId1"/>
              </a:rPr>
              <a:t>https://docs.oracle.com/javase/tutorial/uiswing/</a:t>
            </a: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2)Java SE Documentation – Oracle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  <a:hlinkClick r:id="rId2"/>
              </a:rPr>
              <a:t>https://docs.oracle.com/javase/</a:t>
            </a: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   3)JTable Class Reference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  <a:hlinkClick r:id="rId3"/>
              </a:rPr>
              <a:t>https://docs.oracle.com/javase/8/docs/api/javax/swing/JTable.html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Acknowledgement: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</a:t>
            </a: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Express gratitude to mentor, department, and team members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3" descr="A blue and red logo&#10;&#10;AI-generated content may be incorrect."/>
          <p:cNvPicPr/>
          <p:nvPr/>
        </p:nvPicPr>
        <p:blipFill>
          <a:blip r:embed="rId4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  <a:ea typeface="DejaVu Sans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41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00" y="321840"/>
            <a:ext cx="11550600" cy="62139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  <a:ea typeface="DejaVu Sans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103291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Thank You</a:t>
            </a:r>
            <a:endParaRPr b="0" lang="en-IN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>
                <a:lumMod val="20000"/>
                <a:lumOff val="80000"/>
              </a:srgbClr>
            </a:solidFill>
            <a:round/>
          </a:ln>
        </p:spPr>
      </p:cxn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10329120" cy="3862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5115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2026-04-13T15:23:38Z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14</vt:r8>
  </property>
</Properties>
</file>